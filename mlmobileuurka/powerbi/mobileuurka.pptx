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DCC8"/>
    <a:srgbClr val="43C09B"/>
    <a:srgbClr val="323132"/>
    <a:srgbClr val="E06E6E"/>
    <a:srgbClr val="E57575"/>
    <a:srgbClr val="E57676"/>
    <a:srgbClr val="DC4747"/>
    <a:srgbClr val="F8DCDC"/>
    <a:srgbClr val="D62828"/>
    <a:srgbClr val="0030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6" autoAdjust="0"/>
    <p:restoredTop sz="94660"/>
  </p:normalViewPr>
  <p:slideViewPr>
    <p:cSldViewPr snapToGrid="0">
      <p:cViewPr varScale="1">
        <p:scale>
          <a:sx n="56" d="100"/>
          <a:sy n="56" d="100"/>
        </p:scale>
        <p:origin x="1458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281C-68FD-4E1F-A7F3-654D62F25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06311-4935-4FFF-9E17-FBF2AF6F2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16CB7-FA8C-4576-A2FC-2CB22A99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63859-B900-4BED-8455-9A74AA4F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3B511-5116-47C9-A4A9-F9C2E609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506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ED58-A6D3-43FD-9321-34E8F8FA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E83E-B9E7-48B2-937D-FA6A39F1C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60CA8-973E-46B9-BB16-C1D6D4EB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2E5CD-3247-401E-8BF8-748A676F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677D-AC91-4745-B5A5-E09F13E5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74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2453-B3EC-4917-94F5-1E295515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89124-F378-491D-8326-DC861C60A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E1938-6889-432B-A3C2-3F941F85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1ADC-E2D2-4656-AE68-30BB84CD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29C7C-B437-4B50-8B47-E8A93B16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37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5B32-9020-4BF7-ADA5-A09FE955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CAD43-E74B-4595-9F69-937D42D2D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5EB35-AFB2-4B11-8033-629AEE1A6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2F27F-A13D-4DA3-93CF-88A1283A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7B383-B2F9-4B95-8A56-4CDECED2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8B55E-1247-4CB2-8003-684474D7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9592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5907-6E1C-48CF-9AAB-718E39ED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DC0B-DA27-4203-BEE8-2096C990E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58EB6-DCEA-4E6B-B010-9A05AE1A6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7FC8D-D524-4EF7-803F-5140D2057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8EC27-E77B-4E88-8800-28D8BEED5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CC485-A495-45EF-AB7A-3B2F1EC4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F4A8D-75F4-4ED2-A999-07480A97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AF528-4349-4CB5-9BC5-D1E93808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152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AA74-0640-4D19-8D60-0EDC8551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283EE-6F99-494C-9E9F-6FBA2A26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3DB2D-AD73-4A43-8D1E-9F9D46A36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5DAC3-34AB-4AE5-AD99-8DE2B72A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3228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FB175-A984-455C-B19E-609C9775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963B0-4E5A-41F7-BFF7-03564E4C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232D7-9A8E-4DB3-AEEB-8870DB9E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97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60CF-0145-4E72-818E-7662F12A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1F6DC-BBE0-4CE4-96D2-9D89D1793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97882-BF43-4EF9-BD33-E6E1D18C8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547D9-BC18-4FC8-BE56-A05DCD38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3DAF1-2910-41B1-AF45-2F5E742E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189EB-849A-42B0-B2C3-943F1E9C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891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2265-31C1-4D2E-AA50-96AC8391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77A03-EE62-464E-BD61-974A5C4D8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F204C-5D5C-4968-AD8F-3D1BC3E50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316FE-19A5-4910-9519-BF0AF11E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CC167-593C-4179-80A9-0F3E3CB5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473E3-B147-49AD-AF86-CE6DC8A9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44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D7E5-7AAC-4CF7-8E5E-567E099A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D4F65-C997-42E6-A81D-CD035873D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2C872-960D-43B6-8240-0BD93B41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C0C26-1877-497C-87E7-ED8AD8F3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F795-5DCE-4AC1-ADEB-B1909AD6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646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C1E74-42BC-4966-98FD-6AD8E72D0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02635-C29F-4A3E-BDE3-C13858AC1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5FE7-EDD9-4551-884A-2BDE60C7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EA8F1-72AC-41DE-88D0-F02CC2B0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F49B9-7449-4525-89B6-CB6DFACF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2857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FE5F2-ED1A-43F4-9611-A5DA5790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47CEB-400A-4AF2-B007-384A7C12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42233-C3A7-4E6E-A4AD-158473074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28AB9-A918-46AB-97C9-2DF416C5A88F}" type="datetimeFigureOut">
              <a:rPr lang="en-AU" smtClean="0"/>
              <a:t>14/12/2022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56FF5-B115-426F-A790-058A69C3C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B761D-62EB-4DCE-B347-9B1C40BA0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08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  <p:sldLayoutId id="2147483957" r:id="rId6"/>
    <p:sldLayoutId id="2147483958" r:id="rId7"/>
    <p:sldLayoutId id="2147483959" r:id="rId8"/>
    <p:sldLayoutId id="2147483960" r:id="rId9"/>
    <p:sldLayoutId id="2147483961" r:id="rId10"/>
    <p:sldLayoutId id="21474839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F3CBB8E7-82EA-465E-8DE6-B33EAE6DC7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522"/>
            </a:avLst>
          </a:prstGeom>
          <a:solidFill>
            <a:srgbClr val="32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998789-33B7-45F3-BFDF-0712A261BDC6}"/>
              </a:ext>
            </a:extLst>
          </p:cNvPr>
          <p:cNvSpPr/>
          <p:nvPr/>
        </p:nvSpPr>
        <p:spPr>
          <a:xfrm>
            <a:off x="-4836976" y="-3519185"/>
            <a:ext cx="17028976" cy="10824655"/>
          </a:xfrm>
          <a:prstGeom prst="ellipse">
            <a:avLst/>
          </a:prstGeom>
          <a:gradFill flip="none" rotWithShape="1">
            <a:gsLst>
              <a:gs pos="33000">
                <a:srgbClr val="43C09B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C04277-1FCD-4BFC-8580-C84D4D0EC942}"/>
              </a:ext>
            </a:extLst>
          </p:cNvPr>
          <p:cNvSpPr/>
          <p:nvPr/>
        </p:nvSpPr>
        <p:spPr>
          <a:xfrm>
            <a:off x="428244" y="1140913"/>
            <a:ext cx="3420000" cy="2876610"/>
          </a:xfrm>
          <a:prstGeom prst="roundRect">
            <a:avLst>
              <a:gd name="adj" fmla="val 3331"/>
            </a:avLst>
          </a:prstGeom>
          <a:solidFill>
            <a:srgbClr val="323132"/>
          </a:solidFill>
          <a:ln>
            <a:noFill/>
          </a:ln>
          <a:effectLst>
            <a:glow rad="63500">
              <a:schemeClr val="bg1">
                <a:alpha val="40000"/>
              </a:schemeClr>
            </a:glow>
            <a:outerShdw blurRad="50800" dist="25400" dir="10800000" sx="101000" sy="101000" algn="r" rotWithShape="0">
              <a:prstClr val="black">
                <a:alpha val="40000"/>
              </a:prstClr>
            </a:outerShdw>
            <a:softEdge rad="762000"/>
          </a:effectLst>
          <a:scene3d>
            <a:camera prst="orthographicFront"/>
            <a:lightRig rig="threePt" dir="t"/>
          </a:scene3d>
          <a:sp3d prstMaterial="metal">
            <a:bevelT w="381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B1FB8A-B8CC-4B06-A487-B8A9FA41333F}"/>
              </a:ext>
            </a:extLst>
          </p:cNvPr>
          <p:cNvSpPr/>
          <p:nvPr/>
        </p:nvSpPr>
        <p:spPr>
          <a:xfrm>
            <a:off x="428244" y="4345162"/>
            <a:ext cx="3420000" cy="2282666"/>
          </a:xfrm>
          <a:prstGeom prst="roundRect">
            <a:avLst>
              <a:gd name="adj" fmla="val 3331"/>
            </a:avLst>
          </a:prstGeom>
          <a:solidFill>
            <a:srgbClr val="323132"/>
          </a:solidFill>
          <a:ln>
            <a:noFill/>
          </a:ln>
          <a:effectLst>
            <a:glow rad="63500">
              <a:schemeClr val="bg1">
                <a:alpha val="40000"/>
              </a:schemeClr>
            </a:glow>
            <a:outerShdw blurRad="50800" dist="25400" dir="10800000" sx="101000" sy="101000" algn="r" rotWithShape="0">
              <a:prstClr val="black">
                <a:alpha val="40000"/>
              </a:prstClr>
            </a:outerShdw>
            <a:softEdge rad="762000"/>
          </a:effectLst>
          <a:scene3d>
            <a:camera prst="orthographicFront"/>
            <a:lightRig rig="threePt" dir="t"/>
          </a:scene3d>
          <a:sp3d prstMaterial="metal">
            <a:bevelT w="381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7E9D64-26C4-4175-8EEE-99D1E4FBF05C}"/>
              </a:ext>
            </a:extLst>
          </p:cNvPr>
          <p:cNvSpPr/>
          <p:nvPr/>
        </p:nvSpPr>
        <p:spPr>
          <a:xfrm>
            <a:off x="4427040" y="4345162"/>
            <a:ext cx="3420000" cy="2282400"/>
          </a:xfrm>
          <a:prstGeom prst="roundRect">
            <a:avLst>
              <a:gd name="adj" fmla="val 3331"/>
            </a:avLst>
          </a:prstGeom>
          <a:solidFill>
            <a:srgbClr val="323132"/>
          </a:solidFill>
          <a:ln>
            <a:noFill/>
          </a:ln>
          <a:effectLst>
            <a:glow rad="63500">
              <a:schemeClr val="bg1">
                <a:alpha val="40000"/>
              </a:schemeClr>
            </a:glow>
            <a:outerShdw blurRad="50800" dist="25400" dir="10800000" sx="101000" sy="101000" algn="r" rotWithShape="0">
              <a:prstClr val="black">
                <a:alpha val="40000"/>
              </a:prstClr>
            </a:outerShdw>
            <a:softEdge rad="762000"/>
          </a:effectLst>
          <a:scene3d>
            <a:camera prst="orthographicFront"/>
            <a:lightRig rig="threePt" dir="t"/>
          </a:scene3d>
          <a:sp3d prstMaterial="metal">
            <a:bevelT w="381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E987D5-7A9C-405A-A9C4-C90F41B0F2CE}"/>
              </a:ext>
            </a:extLst>
          </p:cNvPr>
          <p:cNvSpPr/>
          <p:nvPr/>
        </p:nvSpPr>
        <p:spPr>
          <a:xfrm>
            <a:off x="8425836" y="4370779"/>
            <a:ext cx="3420000" cy="2282400"/>
          </a:xfrm>
          <a:prstGeom prst="roundRect">
            <a:avLst>
              <a:gd name="adj" fmla="val 3331"/>
            </a:avLst>
          </a:prstGeom>
          <a:solidFill>
            <a:srgbClr val="323132"/>
          </a:solidFill>
          <a:ln>
            <a:noFill/>
          </a:ln>
          <a:effectLst>
            <a:glow rad="63500">
              <a:schemeClr val="bg1">
                <a:alpha val="40000"/>
              </a:schemeClr>
            </a:glow>
            <a:outerShdw blurRad="50800" dist="25400" dir="10800000" sx="101000" sy="101000" algn="r" rotWithShape="0">
              <a:prstClr val="black">
                <a:alpha val="40000"/>
              </a:prstClr>
            </a:outerShdw>
            <a:softEdge rad="762000"/>
          </a:effectLst>
          <a:scene3d>
            <a:camera prst="orthographicFront"/>
            <a:lightRig rig="threePt" dir="t"/>
          </a:scene3d>
          <a:sp3d prstMaterial="metal">
            <a:bevelT w="381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A02739-66E8-403C-8337-7CD8C36A95EF}"/>
              </a:ext>
            </a:extLst>
          </p:cNvPr>
          <p:cNvSpPr/>
          <p:nvPr/>
        </p:nvSpPr>
        <p:spPr>
          <a:xfrm>
            <a:off x="4427040" y="1140913"/>
            <a:ext cx="3420000" cy="2876610"/>
          </a:xfrm>
          <a:prstGeom prst="roundRect">
            <a:avLst>
              <a:gd name="adj" fmla="val 3331"/>
            </a:avLst>
          </a:prstGeom>
          <a:solidFill>
            <a:srgbClr val="323132"/>
          </a:solidFill>
          <a:ln>
            <a:noFill/>
          </a:ln>
          <a:effectLst>
            <a:glow rad="63500">
              <a:schemeClr val="bg1">
                <a:alpha val="40000"/>
              </a:schemeClr>
            </a:glow>
            <a:outerShdw blurRad="50800" dist="25400" dir="10800000" sx="101000" sy="101000" algn="r" rotWithShape="0">
              <a:prstClr val="black">
                <a:alpha val="40000"/>
              </a:prstClr>
            </a:outerShdw>
            <a:softEdge rad="762000"/>
          </a:effectLst>
          <a:scene3d>
            <a:camera prst="orthographicFront"/>
            <a:lightRig rig="threePt" dir="t"/>
          </a:scene3d>
          <a:sp3d prstMaterial="metal">
            <a:bevelT w="381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5F5021-6DB8-4F1C-AA00-415037CE1B76}"/>
              </a:ext>
            </a:extLst>
          </p:cNvPr>
          <p:cNvSpPr/>
          <p:nvPr/>
        </p:nvSpPr>
        <p:spPr>
          <a:xfrm>
            <a:off x="8425836" y="1140913"/>
            <a:ext cx="3420000" cy="2876610"/>
          </a:xfrm>
          <a:prstGeom prst="roundRect">
            <a:avLst>
              <a:gd name="adj" fmla="val 3331"/>
            </a:avLst>
          </a:prstGeom>
          <a:solidFill>
            <a:srgbClr val="323132"/>
          </a:solidFill>
          <a:ln>
            <a:noFill/>
          </a:ln>
          <a:effectLst>
            <a:glow rad="63500">
              <a:schemeClr val="bg1">
                <a:alpha val="40000"/>
              </a:schemeClr>
            </a:glow>
            <a:outerShdw blurRad="50800" dist="25400" dir="10800000" sx="101000" sy="101000" algn="r" rotWithShape="0">
              <a:prstClr val="black">
                <a:alpha val="40000"/>
              </a:prstClr>
            </a:outerShdw>
            <a:softEdge rad="762000"/>
          </a:effectLst>
          <a:scene3d>
            <a:camera prst="orthographicFront"/>
            <a:lightRig rig="threePt" dir="t"/>
          </a:scene3d>
          <a:sp3d prstMaterial="metal">
            <a:bevelT w="381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780D2C-9C7B-4C2E-B751-D360F8BAD960}"/>
              </a:ext>
            </a:extLst>
          </p:cNvPr>
          <p:cNvSpPr/>
          <p:nvPr/>
        </p:nvSpPr>
        <p:spPr>
          <a:xfrm>
            <a:off x="428400" y="244800"/>
            <a:ext cx="7419600" cy="651600"/>
          </a:xfrm>
          <a:prstGeom prst="roundRect">
            <a:avLst>
              <a:gd name="adj" fmla="val 3331"/>
            </a:avLst>
          </a:prstGeom>
          <a:solidFill>
            <a:srgbClr val="323132"/>
          </a:solidFill>
          <a:ln>
            <a:noFill/>
          </a:ln>
          <a:effectLst>
            <a:glow rad="63500">
              <a:schemeClr val="bg1">
                <a:alpha val="40000"/>
              </a:schemeClr>
            </a:glow>
            <a:outerShdw blurRad="50800" dist="25400" dir="10800000" sx="101000" sy="101000" algn="r" rotWithShape="0">
              <a:prstClr val="black">
                <a:alpha val="40000"/>
              </a:prstClr>
            </a:outerShdw>
            <a:softEdge rad="762000"/>
          </a:effectLst>
          <a:scene3d>
            <a:camera prst="orthographicFront"/>
            <a:lightRig rig="threePt" dir="t"/>
          </a:scene3d>
          <a:sp3d prstMaterial="metal">
            <a:bevelT w="38100" h="381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533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Lee</dc:creator>
  <cp:lastModifiedBy>John Lee</cp:lastModifiedBy>
  <cp:revision>10</cp:revision>
  <dcterms:created xsi:type="dcterms:W3CDTF">2022-12-13T22:39:32Z</dcterms:created>
  <dcterms:modified xsi:type="dcterms:W3CDTF">2022-12-14T06:06:45Z</dcterms:modified>
</cp:coreProperties>
</file>