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132"/>
    <a:srgbClr val="414041"/>
    <a:srgbClr val="97DCC8"/>
    <a:srgbClr val="43C09B"/>
    <a:srgbClr val="E06E6E"/>
    <a:srgbClr val="E57575"/>
    <a:srgbClr val="E57676"/>
    <a:srgbClr val="DC4747"/>
    <a:srgbClr val="F8DCDC"/>
    <a:srgbClr val="D6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0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281C-68FD-4E1F-A7F3-654D62F25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06311-4935-4FFF-9E17-FBF2AF6F2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16CB7-FA8C-4576-A2FC-2CB22A992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63859-B900-4BED-8455-9A74AA4F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3B511-5116-47C9-A4A9-F9C2E609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067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ED58-A6D3-43FD-9321-34E8F8FA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E83E-B9E7-48B2-937D-FA6A39F1C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60CA8-973E-46B9-BB16-C1D6D4EB2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2E5CD-3247-401E-8BF8-748A676F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677D-AC91-4745-B5A5-E09F13E5F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74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2453-B3EC-4917-94F5-1E295515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89124-F378-491D-8326-DC861C60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1938-6889-432B-A3C2-3F941F85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1ADC-E2D2-4656-AE68-30BB84CD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29C7C-B437-4B50-8B47-E8A93B16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37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65B32-9020-4BF7-ADA5-A09FE955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AD43-E74B-4595-9F69-937D42D2D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5EB35-AFB2-4B11-8033-629AEE1A6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2F27F-A13D-4DA3-93CF-88A1283A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7B383-B2F9-4B95-8A56-4CDECED2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8B55E-1247-4CB2-8003-684474D7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59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5907-6E1C-48CF-9AAB-718E39ED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3DC0B-DA27-4203-BEE8-2096C990E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58EB6-DCEA-4E6B-B010-9A05AE1A6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7FC8D-D524-4EF7-803F-5140D2057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8EC27-E77B-4E88-8800-28D8BEED5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CC485-A495-45EF-AB7A-3B2F1EC4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F4A8D-75F4-4ED2-A999-07480A97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AF528-4349-4CB5-9BC5-D1E93808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520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AA74-0640-4D19-8D60-0EDC8551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283EE-6F99-494C-9E9F-6FBA2A26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3DB2D-AD73-4A43-8D1E-9F9D46A3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5DAC3-34AB-4AE5-AD99-8DE2B72A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228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B175-A984-455C-B19E-609C9775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963B0-4E5A-41F7-BFF7-03564E4C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232D7-9A8E-4DB3-AEEB-8870DB9E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97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660CF-0145-4E72-818E-7662F12A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F6DC-BBE0-4CE4-96D2-9D89D1793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97882-BF43-4EF9-BD33-E6E1D18C8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547D9-BC18-4FC8-BE56-A05DCD38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3DAF1-2910-41B1-AF45-2F5E742E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189EB-849A-42B0-B2C3-943F1E9C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891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265-31C1-4D2E-AA50-96AC8391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77A03-EE62-464E-BD61-974A5C4D8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F204C-5D5C-4968-AD8F-3D1BC3E50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316FE-19A5-4910-9519-BF0AF11E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CC167-593C-4179-80A9-0F3E3CB5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473E3-B147-49AD-AF86-CE6DC8A9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44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D7E5-7AAC-4CF7-8E5E-567E099A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D4F65-C997-42E6-A81D-CD035873D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C872-960D-43B6-8240-0BD93B41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C0C26-1877-497C-87E7-ED8AD8F3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F795-5DCE-4AC1-ADEB-B1909AD6E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46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C1E74-42BC-4966-98FD-6AD8E72D0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02635-C29F-4A3E-BDE3-C13858AC1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5FE7-EDD9-4551-884A-2BDE60C7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EA8F1-72AC-41DE-88D0-F02CC2B0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49B9-7449-4525-89B6-CB6DFACF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2857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FE5F2-ED1A-43F4-9611-A5DA5790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7CEB-400A-4AF2-B007-384A7C12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2233-C3A7-4E6E-A4AD-158473074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28AB9-A918-46AB-97C9-2DF416C5A88F}" type="datetimeFigureOut">
              <a:rPr lang="en-AU" smtClean="0"/>
              <a:t>11/01/2023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56FF5-B115-426F-A790-058A69C3C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761D-62EB-4DCE-B347-9B1C40BA0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B1708-E3E1-4E5B-8505-714A2DB84E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08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8" r:id="rId7"/>
    <p:sldLayoutId id="2147483959" r:id="rId8"/>
    <p:sldLayoutId id="2147483960" r:id="rId9"/>
    <p:sldLayoutId id="2147483961" r:id="rId10"/>
    <p:sldLayoutId id="21474839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3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F3CBB8E7-82EA-465E-8DE6-B33EAE6DC7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522"/>
            </a:avLst>
          </a:prstGeom>
          <a:solidFill>
            <a:srgbClr val="3231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998789-33B7-45F3-BFDF-0712A261BDC6}"/>
              </a:ext>
            </a:extLst>
          </p:cNvPr>
          <p:cNvSpPr/>
          <p:nvPr/>
        </p:nvSpPr>
        <p:spPr>
          <a:xfrm>
            <a:off x="-4836976" y="-3519185"/>
            <a:ext cx="17028976" cy="10824655"/>
          </a:xfrm>
          <a:prstGeom prst="ellipse">
            <a:avLst/>
          </a:prstGeom>
          <a:gradFill flip="none" rotWithShape="1">
            <a:gsLst>
              <a:gs pos="33000">
                <a:srgbClr val="43C09B"/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78FE36-C76E-40F7-B7C7-8AF5B184D3AF}"/>
              </a:ext>
            </a:extLst>
          </p:cNvPr>
          <p:cNvGrpSpPr/>
          <p:nvPr/>
        </p:nvGrpSpPr>
        <p:grpSpPr>
          <a:xfrm>
            <a:off x="4303200" y="1440000"/>
            <a:ext cx="3585600" cy="2350800"/>
            <a:chOff x="360000" y="1080000"/>
            <a:chExt cx="3492000" cy="28800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81463D9-923D-466D-BD85-5F393221A1DD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7973B72-AB73-4214-903B-21BC19CFE557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0A3468-B796-4FB1-A515-CE57AF8999D0}"/>
              </a:ext>
            </a:extLst>
          </p:cNvPr>
          <p:cNvGrpSpPr/>
          <p:nvPr/>
        </p:nvGrpSpPr>
        <p:grpSpPr>
          <a:xfrm>
            <a:off x="360000" y="360000"/>
            <a:ext cx="7526400" cy="720000"/>
            <a:chOff x="360000" y="1080000"/>
            <a:chExt cx="3585600" cy="28800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FCCB074-6731-4345-BF71-FCDF79D46335}"/>
                </a:ext>
              </a:extLst>
            </p:cNvPr>
            <p:cNvSpPr/>
            <p:nvPr/>
          </p:nvSpPr>
          <p:spPr>
            <a:xfrm>
              <a:off x="360000" y="1080000"/>
              <a:ext cx="35856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3399AE-0EC7-43A6-AD1C-788331043FED}"/>
                </a:ext>
              </a:extLst>
            </p:cNvPr>
            <p:cNvSpPr/>
            <p:nvPr/>
          </p:nvSpPr>
          <p:spPr>
            <a:xfrm>
              <a:off x="360000" y="1080000"/>
              <a:ext cx="35856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16A9AD-FB46-4F01-8E3D-A71C781F4522}"/>
              </a:ext>
            </a:extLst>
          </p:cNvPr>
          <p:cNvGrpSpPr/>
          <p:nvPr/>
        </p:nvGrpSpPr>
        <p:grpSpPr>
          <a:xfrm>
            <a:off x="8246400" y="1440000"/>
            <a:ext cx="3585600" cy="2350800"/>
            <a:chOff x="360000" y="1080000"/>
            <a:chExt cx="3492000" cy="288000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9814FBD-C500-4756-AEA2-F6C1FA83888B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C02D43E-10D3-4507-816F-B155F9680A95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DDCDBA3-6374-4E56-9EA4-20A49B7E5138}"/>
              </a:ext>
            </a:extLst>
          </p:cNvPr>
          <p:cNvGrpSpPr/>
          <p:nvPr/>
        </p:nvGrpSpPr>
        <p:grpSpPr>
          <a:xfrm>
            <a:off x="8246400" y="4147200"/>
            <a:ext cx="3585600" cy="2350800"/>
            <a:chOff x="360000" y="1080000"/>
            <a:chExt cx="3492000" cy="288000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66A19FB-0665-44E2-B8BC-19E1355FDC18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EC3D95D9-932B-456B-B909-59A712307DD3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ECEFD98-32AE-4266-8CD1-8D02A8734A49}"/>
              </a:ext>
            </a:extLst>
          </p:cNvPr>
          <p:cNvGrpSpPr/>
          <p:nvPr/>
        </p:nvGrpSpPr>
        <p:grpSpPr>
          <a:xfrm>
            <a:off x="4300800" y="4147200"/>
            <a:ext cx="3585600" cy="2350800"/>
            <a:chOff x="360000" y="1080000"/>
            <a:chExt cx="3492000" cy="2880000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D2D3FB8B-E1C2-4466-9DC3-6F3A14D3C75E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612BA9E5-DE49-4F95-9EF7-43E4EE01A25B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CE4E17C-502B-468F-8AB6-A5E6BA21D816}"/>
              </a:ext>
            </a:extLst>
          </p:cNvPr>
          <p:cNvGrpSpPr/>
          <p:nvPr/>
        </p:nvGrpSpPr>
        <p:grpSpPr>
          <a:xfrm>
            <a:off x="355200" y="4147200"/>
            <a:ext cx="3585600" cy="2350800"/>
            <a:chOff x="360000" y="1080000"/>
            <a:chExt cx="3492000" cy="2880000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642169C-B51D-4F3E-97B8-0B47649CC0D5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802C15C-4598-4FC5-B436-3B45F0801582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FD4727C-82BF-47AE-99EF-0255344D3124}"/>
              </a:ext>
            </a:extLst>
          </p:cNvPr>
          <p:cNvGrpSpPr/>
          <p:nvPr/>
        </p:nvGrpSpPr>
        <p:grpSpPr>
          <a:xfrm>
            <a:off x="355200" y="1440000"/>
            <a:ext cx="3585600" cy="2350800"/>
            <a:chOff x="360000" y="1080000"/>
            <a:chExt cx="3492000" cy="288000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F12B2B93-4030-466D-A9BF-4E9BD9EC03FA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 rad="50800">
                <a:schemeClr val="bg1"/>
              </a:glo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1E0B364-9D18-4AB9-9375-EEDAF27F1B6A}"/>
                </a:ext>
              </a:extLst>
            </p:cNvPr>
            <p:cNvSpPr/>
            <p:nvPr/>
          </p:nvSpPr>
          <p:spPr>
            <a:xfrm>
              <a:off x="360000" y="1080000"/>
              <a:ext cx="3492000" cy="2880000"/>
            </a:xfrm>
            <a:prstGeom prst="roundRect">
              <a:avLst>
                <a:gd name="adj" fmla="val 3331"/>
              </a:avLst>
            </a:prstGeom>
            <a:solidFill>
              <a:srgbClr val="323132"/>
            </a:solidFill>
            <a:ln>
              <a:noFill/>
            </a:ln>
            <a:effectLst>
              <a:glow>
                <a:schemeClr val="bg1"/>
              </a:glow>
              <a:outerShdw blurRad="190500" dist="190500" dir="2700000" algn="r" rotWithShape="0">
                <a:srgbClr val="323132">
                  <a:alpha val="40000"/>
                </a:srgbClr>
              </a:outerShdw>
              <a:softEdge rad="0"/>
            </a:effectLst>
            <a:scene3d>
              <a:camera prst="orthographicFront"/>
              <a:lightRig rig="threeP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01533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T Lee (Cenitex)</cp:lastModifiedBy>
  <cp:revision>13</cp:revision>
  <dcterms:created xsi:type="dcterms:W3CDTF">2022-12-13T22:39:32Z</dcterms:created>
  <dcterms:modified xsi:type="dcterms:W3CDTF">2023-01-10T21:22:51Z</dcterms:modified>
</cp:coreProperties>
</file>